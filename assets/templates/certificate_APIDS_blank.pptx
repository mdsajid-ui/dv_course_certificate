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156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d Sajid" userId="845527902de0ee58" providerId="LiveId" clId="{61A40EE9-209D-4564-AD85-379D6604182C}"/>
    <pc:docChg chg="undo custSel modSld">
      <pc:chgData name="Md Sajid" userId="845527902de0ee58" providerId="LiveId" clId="{61A40EE9-209D-4564-AD85-379D6604182C}" dt="2026-09-11T09:42:38.765" v="543" actId="20577"/>
      <pc:docMkLst>
        <pc:docMk/>
      </pc:docMkLst>
      <pc:sldChg chg="modSp mod">
        <pc:chgData name="Md Sajid" userId="845527902de0ee58" providerId="LiveId" clId="{61A40EE9-209D-4564-AD85-379D6604182C}" dt="2026-09-11T09:42:38.765" v="543" actId="20577"/>
        <pc:sldMkLst>
          <pc:docMk/>
          <pc:sldMk cId="0" sldId="256"/>
        </pc:sldMkLst>
        <pc:spChg chg="mod">
          <ac:chgData name="Md Sajid" userId="845527902de0ee58" providerId="LiveId" clId="{61A40EE9-209D-4564-AD85-379D6604182C}" dt="2026-09-11T09:42:38.765" v="543" actId="20577"/>
          <ac:spMkLst>
            <pc:docMk/>
            <pc:sldMk cId="0" sldId="256"/>
            <ac:spMk id="6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4FA4F-7D38-47E7-91B4-5171CDF4458F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F4B8E-C6BF-46E5-9D17-4AC98AB7CAC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4FA4F-7D38-47E7-91B4-5171CDF4458F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F4B8E-C6BF-46E5-9D17-4AC98AB7CAC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4FA4F-7D38-47E7-91B4-5171CDF4458F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F4B8E-C6BF-46E5-9D17-4AC98AB7CAC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4FA4F-7D38-47E7-91B4-5171CDF4458F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F4B8E-C6BF-46E5-9D17-4AC98AB7CAC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4FA4F-7D38-47E7-91B4-5171CDF4458F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F4B8E-C6BF-46E5-9D17-4AC98AB7CAC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4FA4F-7D38-47E7-91B4-5171CDF4458F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F4B8E-C6BF-46E5-9D17-4AC98AB7CAC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4FA4F-7D38-47E7-91B4-5171CDF4458F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F4B8E-C6BF-46E5-9D17-4AC98AB7CAC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4FA4F-7D38-47E7-91B4-5171CDF4458F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F4B8E-C6BF-46E5-9D17-4AC98AB7CAC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4FA4F-7D38-47E7-91B4-5171CDF4458F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F4B8E-C6BF-46E5-9D17-4AC98AB7CAC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4FA4F-7D38-47E7-91B4-5171CDF4458F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F4B8E-C6BF-46E5-9D17-4AC98AB7CAC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4FA4F-7D38-47E7-91B4-5171CDF4458F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F4B8E-C6BF-46E5-9D17-4AC98AB7CAC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44FA4F-7D38-47E7-91B4-5171CDF4458F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5F4B8E-C6BF-46E5-9D17-4AC98AB7CAC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V Certificate1 (1)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00141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4282" y="2643182"/>
            <a:ext cx="892971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This is to certify </a:t>
            </a:r>
            <a:r>
              <a:rPr lang="en-US" sz="1400"/>
              <a:t>that </a:t>
            </a:r>
            <a:r>
              <a:rPr lang="en-US" sz="2000" b="1">
                <a:solidFill>
                  <a:sysClr val="windowText" lastClr="000000"/>
                </a:solidFill>
              </a:rPr>
              <a:t>[</a:t>
            </a:r>
            <a:r>
              <a:rPr lang="en-US" sz="2400" b="1">
                <a:solidFill>
                  <a:sysClr val="windowText" lastClr="000000"/>
                </a:solidFill>
                <a:latin typeface="Brush Script MT" panose="03060802040406070304" pitchFamily="66" charset="0"/>
              </a:rPr>
              <a:t>                     </a:t>
            </a:r>
            <a:r>
              <a:rPr lang="en-US" sz="2800" b="1">
                <a:solidFill>
                  <a:sysClr val="windowText" lastClr="000000"/>
                </a:solidFill>
                <a:latin typeface="Brush Script MT" panose="03060802040406070304" pitchFamily="66" charset="0"/>
              </a:rPr>
              <a:t> </a:t>
            </a:r>
            <a:r>
              <a:rPr lang="en-IN" sz="2000" b="1" dirty="0">
                <a:solidFill>
                  <a:sysClr val="windowText" lastClr="000000"/>
                </a:solidFill>
              </a:rPr>
              <a:t>] </a:t>
            </a:r>
            <a:r>
              <a:rPr lang="en-IN" sz="1400" b="1" dirty="0"/>
              <a:t>has successfully completed 6 months Advanced Program in Industrial Data Science (APIDS) </a:t>
            </a:r>
            <a:r>
              <a:rPr lang="en-IN" sz="1400" dirty="0"/>
              <a:t>. This course covered fundamental and advanced topics </a:t>
            </a:r>
            <a:r>
              <a:rPr lang="en-IN" sz="1400" b="1" dirty="0"/>
              <a:t>in Data Science, including DBMS Programming, Data Analysis &amp; Visualization, and Data Mining (Predictive Modeling, Machine Learning, Deep Learning, and Generative AI) </a:t>
            </a:r>
            <a:r>
              <a:rPr lang="en-IN" sz="1400" dirty="0"/>
              <a:t>providing hands-on experience in data-driven solutions.</a:t>
            </a:r>
            <a:br>
              <a:rPr lang="en-IN" sz="1400" dirty="0"/>
            </a:br>
            <a:r>
              <a:rPr lang="en-IN" sz="1400" dirty="0"/>
              <a:t> Applications: </a:t>
            </a:r>
            <a:r>
              <a:rPr lang="en-IN" sz="1400" b="1" dirty="0"/>
              <a:t>Excel, SQL, Python, SAS, Tableau, Power BI, Python ML &amp; Gen AI, Azure MLOPS </a:t>
            </a:r>
            <a:br>
              <a:rPr lang="en-IN" sz="1400" dirty="0"/>
            </a:br>
            <a:r>
              <a:rPr lang="en-IN" sz="1400" dirty="0"/>
              <a:t>Projects: </a:t>
            </a:r>
            <a:r>
              <a:rPr lang="en-IN" sz="1400" b="1" dirty="0"/>
              <a:t>Banking, Telecom, Retail, eCommerce, Healthcare</a:t>
            </a:r>
            <a:br>
              <a:rPr lang="en-US" sz="1400" b="1" dirty="0"/>
            </a:br>
            <a:endParaRPr lang="en-US" sz="1400" b="1" dirty="0"/>
          </a:p>
          <a:p>
            <a:pPr algn="ctr"/>
            <a:r>
              <a:rPr lang="en-US" sz="1600" b="1" dirty="0"/>
              <a:t>Certificate Registration Number: [202505DVA2073 ]     Date of Completion: [  07-09-2026 ]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12587</TotalTime>
  <Words>118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Brush Script MT</vt:lpstr>
      <vt:lpstr>Calibri</vt:lpstr>
      <vt:lpstr>Office Theme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bijay kumar sahoo</dc:creator>
  <cp:lastModifiedBy>Md Sajid</cp:lastModifiedBy>
  <cp:revision>19</cp:revision>
  <dcterms:created xsi:type="dcterms:W3CDTF">2025-05-18T14:05:05Z</dcterms:created>
  <dcterms:modified xsi:type="dcterms:W3CDTF">2026-09-11T09:42:40Z</dcterms:modified>
</cp:coreProperties>
</file>